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3999"/>
            <a:ext cx="12193200" cy="1440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报告大纲架构重塑：基于 Notion 蓝图的单向编译器模式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大纲（Outline）不再是生成结果厚的快照，而是严谨的意图区块集合，作为向底层执行层编译的源头指令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900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7000F"/>
                </a:solidFill>
                <a:latin typeface="微软雅黑"/>
              </a:rPr>
              <a:t>第一层：大纲蓝图层 (YAML `outline`)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5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E2E2E"/>
                </a:solidFill>
                <a:latin typeface="微软雅黑"/>
              </a:rPr>
              <a:t>UI 所见即所得编辑。不含任何数据库真实数据，纯粹由指令意图构成的大纲结构（Blueprint）。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548000"/>
            <a:ext cx="4320000" cy="504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584000"/>
            <a:ext cx="4176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onsolas"/>
              </a:rPr>
              <a:t>outline:
  # [富文本流骨架]
  document: |
    运行情况。当前振幅为：
    {@blk_metric_vib}。
    诊断结论如下：
    {@blk_ai_diag}
    趋势图：{@blk_chart_trend}
  # [意图槽字典]
  blocks:
    - id: "blk_metric_vib"
      type: "metric"
      intent: "最近一次的振动幅值"
    - id: "blk_ai_diag"
      type: "ai_summary"
      intent: "评估风险, 提示漏油"
    - id: "blk_chart_trend"
      type: "chart"
      intent: "近 3 天的振动折线图"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0" y="3060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7000F"/>
                </a:solidFill>
                <a:latin typeface="微软雅黑"/>
              </a:rPr>
              <a:t>Agent (Template Copilot)
降维翻译与架构生成
（保存时刻发生）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20000" y="3420000"/>
            <a:ext cx="1080000" cy="216000"/>
          </a:xfrm>
          <a:prstGeom prst="rightArrow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0" y="900000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7000F"/>
                </a:solidFill>
                <a:latin typeface="微软雅黑"/>
              </a:rPr>
              <a:t>第二层：底层骨架层 (YAML `content`)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0" y="1152000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E2E2E"/>
                </a:solidFill>
                <a:latin typeface="微软雅黑"/>
              </a:rPr>
              <a:t>编译成果（AST）。结构极为严谨，Data Engine 将以此为据，连接数据库跑批产生 8.5mm/s 这样的结果。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40000" y="1548000"/>
            <a:ext cx="4680000" cy="504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12000" y="2052000"/>
            <a:ext cx="4536000" cy="4320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12000" y="2700000"/>
            <a:ext cx="4536000" cy="4320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12000" y="3348000"/>
            <a:ext cx="4536000" cy="4320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12000" y="5472000"/>
            <a:ext cx="4536000" cy="5400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000" y="1584000"/>
            <a:ext cx="4536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Consolas"/>
              </a:rPr>
              <a:t>content:
  datasets:
    # 响应 blk_metric_vib 意图
    - id: "ds_metric_vib"
      source: { kind: nl2sql, desc: "查最近一次振幅" }
    # 响应 blk_chart_trend 意图
    - id: "ds_trend_chart"
      source: { kind: nl2sql, desc: "查近3天振幅" }
    # 响应 blk_ai_diag 意图
    - id: "ds_synthesis" ...
      source: { kind: ai_synthesis, prompt: "轻微漏油" }
  presentation:
    type: composite_table
    sections:
      - band: "振动诊断结论"
        layout: { type: mixed_text, dataset_id: "ds_synthesis" }
      # 响应 blk_chart_trend 配备的 UI 壳子
      - band: "辅助分析趋势图"
        layout: { type: chart, chart_type: "line", dataset_id: "ds_trend_chart" }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