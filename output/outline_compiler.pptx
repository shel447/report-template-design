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32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720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13999"/>
            <a:ext cx="12193200" cy="144000"/>
          </a:xfrm>
          <a:prstGeom prst="rect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0000" y="72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微软雅黑"/>
              </a:rPr>
              <a:t>报告大纲架构重塑：基于 Notion 蓝图的单向编译器模式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432000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微软雅黑"/>
              </a:rPr>
              <a:t>大纲（Outline）不再是生成结果厚的快照，而是严谨的意图区块集合，作为向底层执行层编译的源头指令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900000"/>
            <a:ext cx="432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000F"/>
                </a:solidFill>
                <a:latin typeface="微软雅黑"/>
              </a:rPr>
              <a:t>第一层：大纲蓝图层 (YAML `outline`)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152000"/>
            <a:ext cx="432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微软雅黑"/>
              </a:rPr>
              <a:t>UI 所见即所得编辑。不含任何数据库真实数据，纯粹由指令意图构成的大纲结构（Blueprint）。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60000" y="1548000"/>
            <a:ext cx="4320000" cy="504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000" y="1584000"/>
            <a:ext cx="4176000" cy="4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Consolas"/>
              </a:rPr>
              <a:t>outline:
  - id: "blk_intro"
    type: "paragraph"
    content: "当前设备主轴承的..."
  # [UI 强制组件: 填入一个数值]
  - id: "blk_metric_vib"
    type: "metric"
    intent: "查询设备当前最近一次..."
  # [UI 强制组件: AI 测评]
  - id: "blk_ai_diag"
    type: "ai_summary"
    intent: "评估是否存在风险,伴随轻微漏油"
  # [UI 强制组件: 一个图表壳子]
  - id: "blk_chart_trend"
    type: "chart"
    intent: "近 3 天的振动趋势折线图"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40000" y="3060000"/>
            <a:ext cx="144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>
                <a:solidFill>
                  <a:srgbClr val="C7000F"/>
                </a:solidFill>
                <a:latin typeface="微软雅黑"/>
              </a:rPr>
              <a:t>Agent (Template Copilot)
降维翻译与架构生成
（保存时刻发生）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220000" y="3420000"/>
            <a:ext cx="1080000" cy="216000"/>
          </a:xfrm>
          <a:prstGeom prst="rightArrow">
            <a:avLst/>
          </a:prstGeom>
          <a:solidFill>
            <a:srgbClr val="C700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40000" y="900000"/>
            <a:ext cx="4680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C7000F"/>
                </a:solidFill>
                <a:latin typeface="微软雅黑"/>
              </a:rPr>
              <a:t>第二层：底层骨架层 (YAML `content`)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40000" y="1152000"/>
            <a:ext cx="46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2E2E2E"/>
                </a:solidFill>
                <a:latin typeface="微软雅黑"/>
              </a:rPr>
              <a:t>编译成果（AST）。结构极为严谨，Data Engine 将以此为据，连接数据库跑批产生 8.5mm/s 这样的结果。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40000" y="1548000"/>
            <a:ext cx="4680000" cy="50400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912000" y="2052000"/>
            <a:ext cx="4536000" cy="432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912000" y="2700000"/>
            <a:ext cx="4536000" cy="432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12000" y="3348000"/>
            <a:ext cx="4536000" cy="432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912000" y="5472000"/>
            <a:ext cx="4536000" cy="540000"/>
          </a:xfrm>
          <a:prstGeom prst="rect">
            <a:avLst/>
          </a:prstGeom>
          <a:solidFill>
            <a:srgbClr val="FFE5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12000" y="1584000"/>
            <a:ext cx="4536000" cy="48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2E2E2E"/>
                </a:solidFill>
                <a:latin typeface="Consolas"/>
              </a:rPr>
              <a:t>content:
  datasets:
    # 响应 blk_metric_vib 意图
    - id: "ds_metric_vib"
      source: { kind: nl2sql, desc: "查最近一次振幅" }
    # 响应 blk_chart_trend 意图
    - id: "ds_trend_chart"
      source: { kind: nl2sql, desc: "查近3天振幅" }
    # 响应 blk_ai_diag 意图
    - id: "ds_synthesis" ...
      source: { kind: ai_synthesis, prompt: "轻微漏油" }
  presentation:
    type: composite_table
    sections:
      - band: "振动诊断结论"
        layout: { type: mixed_text, dataset_id: "ds_synthesis" }
      # 响应 blk_chart_trend 配备的 UI 壳子
      - band: "辅助分析趋势图"
        layout: { type: chart, chart_type: "line", dataset_id: "ds_trend_chart" }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