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200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3999"/>
            <a:ext cx="12193200" cy="1440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微软雅黑"/>
              </a:rPr>
              <a:t>报告大纲架构：参数化意图 → Agent 自主编译 → 底层执行骨架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4320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大纲只描述「意图的可变参数」(分析哪个指标/看什么时段/补充什么观察)，Agent 自主决定「如何展现」(图表/表格/文本)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900000"/>
            <a:ext cx="43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7000F"/>
                </a:solidFill>
                <a:latin typeface="微软雅黑"/>
              </a:rPr>
              <a:t>第一层：参数化意图大纲 (outline)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152000"/>
            <a:ext cx="43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微软雅黑"/>
              </a:rPr>
              <a:t>用户看到的是一句连贯的话，带可调参数插槽。完全不涉及任何展现形式（图表/表格）的决定。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60000" y="1548000"/>
            <a:ext cx="4320000" cy="5040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3131999"/>
            <a:ext cx="4104000" cy="396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8000" y="3780000"/>
            <a:ext cx="4104000" cy="396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8000" y="4428000"/>
            <a:ext cx="4104000" cy="396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8000" y="5076000"/>
            <a:ext cx="4104000" cy="396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000" y="1584000"/>
            <a:ext cx="4176000" cy="4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Consolas"/>
              </a:rPr>
              <a:t>outline:
  # [连贯的意图描述]
  document: |
    对设备 {@target_device} 的
    {@focus_metric} 进行深度分析。
    分析范围为 {@analysis_period}。
    如有异常,请结合
    {@supplementary_context}
    给出专业诊断建议。
  # [意图的可变参数]
  blocks:
    - id: "target_device"
      type: "param_ref"
      default: "{$device}"
    - id: "focus_metric"
      type: "indicator"
      default: "振动幅值"
    - id: "analysis_period"
      type: "time_range"
      default: "近3天"
    - id: "supplementary_context"
      type: "free_text"
      default: "端盖有轻微漏油"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0000" y="2520000"/>
            <a:ext cx="14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C7000F"/>
                </a:solidFill>
                <a:latin typeface="微软雅黑"/>
              </a:rPr>
              <a:t>Agent (Template Copilot)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0000" y="2808000"/>
            <a:ext cx="144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2E2E2E"/>
                </a:solidFill>
                <a:latin typeface="微软雅黑"/>
              </a:rPr>
              <a:t>通读整段意图
自主决策：
用什么数据源
用什么展现形式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220000" y="3420000"/>
            <a:ext cx="1080000" cy="216000"/>
          </a:xfrm>
          <a:prstGeom prst="rightArrow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0000" y="900000"/>
            <a:ext cx="46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7000F"/>
                </a:solidFill>
                <a:latin typeface="微软雅黑"/>
              </a:rPr>
              <a:t>第二层：编译产物 (content)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40000" y="1152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微软雅黑"/>
              </a:rPr>
              <a:t>Agent 自主选择的数据源和展现方式。用户没有指定任何图表类型——全是 Agent 编译产物。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40000" y="1548000"/>
            <a:ext cx="4680000" cy="5040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48000" y="1980000"/>
            <a:ext cx="4464000" cy="90000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48000" y="3096000"/>
            <a:ext cx="4464000" cy="72000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48000" y="4031999"/>
            <a:ext cx="4464000" cy="90000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48000" y="5508000"/>
            <a:ext cx="4464000" cy="90000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12000" y="1584000"/>
            <a:ext cx="4536000" cy="4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Consolas"/>
              </a:rPr>
              <a:t>content:
  datasets:
    # Agent 自主决定需要 3 个数据源
    - id: "ds_vib_current"
      source: { kind: nl2sql }
      desc: "查设备最近一次振幅"
    - id: "ds_vib_trend"
      source: { kind: nl2sql }
      desc: "查近3天振幅历史"
    - id: "ds_diagnosis"
      source: { kind: ai_synthesis }
      prompt: "分析+漏油事实"
  presentation:
    # Agent 自主决定排版方案
    type: composite_table
    sections:
      - band: "诊断结论"
        layout: kv_grid
      - band: "趋势图"      
        layout: chart(line)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