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3999"/>
            <a:ext cx="12193200" cy="144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大纲意图交互 (Outline WYSIWYG)：模板实例结构的三态演化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追踪同一个 Schema 实例在生命周期内从「纯模板」到「初稿态」再到被 Agent 动态重构的「定稿态」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960000" y="2880000"/>
            <a:ext cx="288000" cy="14400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920000" y="2880000"/>
            <a:ext cx="288000" cy="144000"/>
          </a:xfrm>
          <a:prstGeom prst="rightArrow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0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000F"/>
                </a:solidFill>
                <a:latin typeface="微软雅黑"/>
              </a:rPr>
              <a:t>阶段一：纯模板态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152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2E2E"/>
                </a:solidFill>
                <a:latin typeface="微软雅黑"/>
              </a:rPr>
              <a:t>技术人员刚配置好，未接入任何真实机器批次数据时的静态定义集。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548000"/>
            <a:ext cx="3528000" cy="50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584000"/>
            <a:ext cx="3384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Consolas"/>
              </a:rPr>
              <a:t>outline:
  draft_prompt: "..."
content:
  datasets:
    # [1] 原生 sql
    - id: "ds_vib"  
      source: { kind: sql }
    # [2] 原生 ai 分析
    - id: "ds_ai"   
      depends_on: ["ds_vib"]
      source:
        kind: ai_synthesis
        prompt: "分析数据"
  presentation:
    sections:
      # [a] 原生布局块
      - band: "诊断"
        layout: kv_grid
        dataset_id: "ds_ai"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90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000F"/>
                </a:solidFill>
                <a:latin typeface="微软雅黑"/>
              </a:rPr>
              <a:t>阶段二：草稿生成态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1152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2E2E"/>
                </a:solidFill>
                <a:latin typeface="微软雅黑"/>
              </a:rPr>
              <a:t>引擎刚拉取完基础事实，拿着 draft_prompt 调用一次 LLM 吐出预览文字，呈现给用户的底本。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0" y="1548000"/>
            <a:ext cx="3528000" cy="50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2000" y="1584000"/>
            <a:ext cx="3384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Consolas"/>
              </a:rPr>
              <a:t>outline:
  draft_prompt: "..."
  # [系统初版落笔留档] 
  ★ original_draft: "当前振
     幅 8.5, 存在风险。"
# 👇 以下与第一阶段完全一致
content:
  datasets:
    # [1] 原生 sql
    - id: "ds_vib"  
      ...
    # [2] 原生 ai 分析
    - id: "ds_ai"   
      ...
  presentation:
    sections:
      # [a] 原生布局块
      - band: "诊断"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8000" y="1980000"/>
            <a:ext cx="3312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4000" y="2015999"/>
            <a:ext cx="32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C7000F"/>
                </a:solidFill>
                <a:latin typeface="微软雅黑"/>
              </a:rPr>
              <a:t>★ 新增对原始事实的客观描述备份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900000"/>
            <a:ext cx="35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7000F"/>
                </a:solidFill>
                <a:latin typeface="微软雅黑"/>
              </a:rPr>
              <a:t>阶段三：用户定稿态 (Agent 编译结果)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0000" y="1152000"/>
            <a:ext cx="352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2E2E2E"/>
                </a:solidFill>
                <a:latin typeface="微软雅黑"/>
              </a:rPr>
              <a:t>用户在界面修改后，Template Copilot 据此重构出来的被篡改且扩容终极 AST。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0000" y="1548000"/>
            <a:ext cx="3528000" cy="504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2000" y="1584000"/>
            <a:ext cx="3384000" cy="4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E2E2E"/>
                </a:solidFill>
                <a:latin typeface="Consolas"/>
              </a:rPr>
              <a:t>outline:
  original_draft: "..."
  # [用户强烈意图标注]
  ★ user_edited: "现场查看到
     重度漏油，请增加三日折线。"
content:
  datasets:
    # [1] 原生 sql (客观基石，不动)
    - id: "ds_vib" ...
    # [2] 原生 ai 分析
    - id: "ds_ai"
      prompt: "【★外挂现场漏油事实】"
    # [3] Agent 动态响应新诉求扩种
    ★- id: "ds_trend(Agent生)"
      source: { kind: nl2sql }
  presentation:
    sections:
      # [a] 原生布局块的壳子保留
      - band: "诊断"
      # [b] 动态给用户搭的新台子
      ★- band: "趋势图(Agent加)"
        layout: chart
        dataset_id: "ds_trend"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8000" y="1835999"/>
            <a:ext cx="3312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88000" y="3491999"/>
            <a:ext cx="3312000" cy="216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8000" y="4031999"/>
            <a:ext cx="3312000" cy="432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88000" y="5616000"/>
            <a:ext cx="3312000" cy="57600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