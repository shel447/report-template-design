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3999"/>
            <a:ext cx="12193200" cy="14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大纲意图交互 (Outline WYSIWYG)：模板实例结构的三态演化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3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追踪同一个 Schema 实例在生命周期内从「纯模板」到「初稿态」再到被 Agent 动态重构的「定稿态」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960000" y="2880000"/>
            <a:ext cx="288000" cy="144000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7920000" y="2880000"/>
            <a:ext cx="288000" cy="144000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阶段一：纯模板态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技术人员刚配置好，未接入任何真实机器批次数据时的静态定义集。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draft_prompt: "..."
content:
  datasets:
    # [1] 原生 sql
    - id: "ds_vib"  
      source: { kind: sql }
    # [2] 原生 ai 分析
    - id: "ds_ai"   
      depends_on: ["ds_vib"]
      source:
        kind: ai_synthesis
        prompt: "分析数据"
  presentation:
    sections:
      # [a] 原生布局块
      - band: "诊断"
        layout: kv_grid
        dataset_id: "ds_ai"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阶段二：草稿生成态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引擎刚拉取完基础事实，拿着 draft_prompt 调用一次 LLM 吐出预览文字，呈现给用户的底本。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draft_prompt: "..."
  # [系统初版块列阵留档] 
  ★ original_blocks:
     - type: text
       content: "当前振
       幅8.5,存在风险。"
# 👇 以下与第一阶段完全一致
content:
  datasets:
    # [1] 原生 sql
    - id: "ds_vib"  
      ...
    # [2] 原生 ai 分析
    - id: "ds_ai"   
      ...
  presentation:
    sections:
      # [a] 原生布局块
      - band: "诊断" 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28000" y="1980000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4000" y="2015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7000F"/>
                </a:solidFill>
                <a:latin typeface="微软雅黑"/>
              </a:rPr>
              <a:t>★ 新增对原始事实的客观描述备份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阶段三：用户定稿态 (Agent 编译结果)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用户在界面修改后，Template Copilot 据此重构出来的被篡改且扩容终极 AST。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original_blocks: ...
  # [Notion式混合区块]
  ★ user_blocks:
     - type: text
       content: "看重度漏油"
     ★- type: intent
       command: chart
       content: "加三日折线"
content:
  datasets:
    # [1] 原生 sql (客观基石，不动)
    - id: "ds_vib" ...
    # [2] 原生 ai 分析
    - id: "ds_ai"
      prompt: "【★外挂现场漏油事实】"
    # [3] Agent 动态响应新诉求扩种
    ★- id: "ds_trend(Agent生)"
      source: { kind: nl2sql }
  presentation:
    sections:
      # [a] 原生布局块的壳子保留
      - band: "诊断"
      # [b] 动态给用户搭的新台子
      ★- band: "趋势图(Agent加)"
        layout: chart
        dataset_id: "ds_trend"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8000" y="1835999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88000" y="3491999"/>
            <a:ext cx="3312000" cy="216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88000" y="4031999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88000" y="5616000"/>
            <a:ext cx="3312000" cy="576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