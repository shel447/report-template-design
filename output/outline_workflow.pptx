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8000"/>
            <a:ext cx="12193200" cy="18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报告生成运行时：大纲交与意图融合(WYSIWYG)流程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2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展示用户意图修改如何影响最终生成，以及对“越界意图”的柔性处理机制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60000"/>
            <a:ext cx="1147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000" y="1260000"/>
            <a:ext cx="2160000" cy="90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1584000"/>
            <a:ext cx="2015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Phase 1: 用户编写意图大纲 (Outline Blueprint)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40000" y="126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80000" y="126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0000" y="133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引擎核心动作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0000" y="1584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用户在富文本编辑器中直接书写自然流畅的报告意图描述。通过 '/' 唤出组件，插入例如 threshold（阈值）、operator（操作符）、indicator（指标）等受控的参数插槽。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20000" y="133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模板信息运用 (Template)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0000" y="158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将意图和插槽编织为
outline.document 与 outline.blocks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0000" y="133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阶段产出与对终稿的影响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0000" y="1584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【参数化意图文本】
例如：“分析范围为近3天，关注存在大于(operator) 8.5(threshold) 的异常数据”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40000" y="2196000"/>
            <a:ext cx="216000" cy="288000"/>
          </a:xfrm>
          <a:prstGeom prst="downArrow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0000" y="2520000"/>
            <a:ext cx="11473200" cy="900000"/>
          </a:xfrm>
          <a:prstGeom prst="rect">
            <a:avLst/>
          </a:prstGeom>
          <a:solidFill>
            <a:srgbClr val="F9F9F9"/>
          </a:solidFill>
          <a:ln w="1270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0000" y="2520000"/>
            <a:ext cx="2160000" cy="90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2000" y="2844000"/>
            <a:ext cx="2015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Phase 2: Agent意图降维编译 (Template Copilot)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40000" y="252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0000" y="252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0000" y="259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引擎核心动作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0000" y="2844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用户点击保存后，Agent (大模型) 通读大纲意图中的所有参数组合，自主进行结构决策：应该用什么数据源？应该用图表（并标注红线）还是表格展示？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0000" y="259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模板信息运用 (Template)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0000" y="284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读取 outline.document
翻译出对应的 datasets 与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0000" y="259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阶段产出与对终稿的影响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0000" y="2844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【编译后的布局与数据方案】
例如：自动生成取近3天趋势的 nl2sql + 挂载折线图 chart 控件。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40000" y="3456000"/>
            <a:ext cx="216000" cy="288000"/>
          </a:xfrm>
          <a:prstGeom prst="downArrow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0000" y="3780000"/>
            <a:ext cx="11473200" cy="900000"/>
          </a:xfrm>
          <a:prstGeom prst="rect">
            <a:avLst/>
          </a:prstGeom>
          <a:solidFill>
            <a:srgbClr val="FFEBEB"/>
          </a:solidFill>
          <a:ln w="1270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0000" y="3780000"/>
            <a:ext cx="2160000" cy="90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2000" y="4104000"/>
            <a:ext cx="2015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Phase 3: 框架固化为标准模板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40000" y="378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80000" y="378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3851999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引擎核心动作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0000" y="4104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Agent 编译生成的技术结构被正式保存为底层标准 YAML 配置，真正做到“大纲归大纲参数，底层归严谨取数”，避免每次跑批都调用大模型的长文本推理成本。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20000" y="3851999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模板信息运用 (Template)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20000" y="410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固化到 content 节点的
datasets 与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60000" y="3851999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阶段产出与对终稿的影响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0000" y="4104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【静态化的数据流管道】
不再有“大纲意图”，全部降维成确定的数据流管道模型。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5940000" y="4716000"/>
            <a:ext cx="216000" cy="288000"/>
          </a:xfrm>
          <a:prstGeom prst="downArrow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0000" y="5040000"/>
            <a:ext cx="11473200" cy="900000"/>
          </a:xfrm>
          <a:prstGeom prst="rect">
            <a:avLst/>
          </a:prstGeom>
          <a:solidFill>
            <a:srgbClr val="F9F9F9"/>
          </a:solidFill>
          <a:ln w="1270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000" y="5040000"/>
            <a:ext cx="2160000" cy="90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2000" y="5364000"/>
            <a:ext cx="2015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Phase 4: 运行时数据跑批 (Data Engine)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40000" y="504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0000" y="5040000"/>
            <a:ext cx="18000" cy="900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511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引擎核心动作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00000" y="5364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每月/每季度自动跑批时，数据引擎拉取上述固化好的模板配置，从数据库查询出真实的传感器客观数值，按照规定好的图表/表格要求完成自动渲染编织。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20000" y="511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模板信息运用 (Template)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20000" y="536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执行依赖尾部的 datasets 
结合真实数据渲染 presentation 视图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60000" y="511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7000F"/>
                </a:solidFill>
                <a:latin typeface="微软雅黑"/>
              </a:rPr>
              <a:t>▶ 阶段产出与对终稿的影响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0000" y="5364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微软雅黑"/>
              </a:rPr>
              <a:t>【最终正式报告】
“生成一份包含近 3 天振幅的高精度折线图，并在 8.5 处标注了红线。”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